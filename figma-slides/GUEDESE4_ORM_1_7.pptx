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BF4FE69-FA9D-4403-8FCC-702E638B1B29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E8B177-EA29-4B81-B424-532C927B42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4F90CA1-0BAA-4A39-8EF2-7C9EF1F569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B2B18B-307B-4BA5-87E4-0AE9BA296D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2B363F9-91B9-4A21-9F78-98A4C14357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D30D67-8DAA-4F8E-8B95-348B1044B3E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DDC85E-3D96-43E2-9B4D-AF097C48C9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26CE6F-2BB7-4098-812E-E135DC2D32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D017A32-8C56-4EA9-87ED-093D58E17F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548640" y="1645920"/>
            <a:ext cx="80463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La classe ORM</a:t>
            </a:r>
            <a:endParaRPr lang="fr-F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48640" y="2606040"/>
            <a:ext cx="8046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55555"/>
                </a:solidFill>
                <a:effectLst/>
                <a:uFillTx/>
                <a:latin typeface="Calibri"/>
              </a:rPr>
              <a:t>Guedes Alexandre E4INFO</a:t>
            </a: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Q1-Q2 · Transaction et ThreadLocal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Transaction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un groupe de requêtes qui réussit en entier (commit) ou s'annule en entier (rollback)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setAutoCommit(false)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sinon on valide chaque requête seule et le rollback ne sert plus à rien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ThreadLocal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une variable dont chaque thread a sa propre valeur. Le repository y retrouve la connexion sans la recevoir en paramètre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remove() dans finally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sinon la connexion fermée resterait attachée au thread après la transaction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currentConnection()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lève IllegalStateException si on n'est pas dans une transaction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2"/>
          <p:cNvSpPr/>
          <p:nvPr/>
        </p:nvSpPr>
        <p:spPr>
          <a:xfrm>
            <a:off x="5669280" y="1051560"/>
            <a:ext cx="3017160" cy="2020320"/>
          </a:xfrm>
          <a:prstGeom prst="rect">
            <a:avLst/>
          </a:prstGeom>
          <a:solidFill>
            <a:srgbClr val="EEF7F8"/>
          </a:solidFill>
          <a:ln w="9525">
            <a:solidFill>
              <a:srgbClr val="B5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779080" y="1161360"/>
            <a:ext cx="2834280" cy="183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setAutoCommit(false);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THREAD_LOCAL.set(connection);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block.run();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connection.commit();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(SQLException e)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connection.rollback();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throw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e;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finally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THREAD_LOCAL.remove();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Q3-Q5 · createTable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Principe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la classe Java décrit la table. Chaque propriété du bean (getter/setter) devient une colonne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BeanInfo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l'introspection Java liste les propriétés. Elle renvoie aussi "class" (à cause de getClass()), qu'il faut ignorer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Noms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@Table et @Column permettent de choisir le nom, sinon on prend le nom Java. Les annotations sont lues sur le getter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Types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TYPE_MAPPING traduit le type Java en type SQL. Un type primitif (long, int) ne peut pas être null, d'où NOT NULL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Clé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@Id ajoute PRIMARY KEY, @GeneratedValue laisse la base générer l'id (AUTO_INCREMENT)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5669280" y="1051560"/>
            <a:ext cx="3017160" cy="1861560"/>
          </a:xfrm>
          <a:prstGeom prst="rect">
            <a:avLst/>
          </a:prstGeom>
          <a:solidFill>
            <a:srgbClr val="EEF7F8"/>
          </a:solidFill>
          <a:ln w="9525">
            <a:solidFill>
              <a:srgbClr val="B5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779080" y="1161360"/>
            <a:ext cx="2834280" cy="167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class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Person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0" u="none" strike="noStrike">
                <a:solidFill>
                  <a:srgbClr val="9E880D"/>
                </a:solidFill>
                <a:effectLst/>
                <a:uFillTx/>
                <a:latin typeface="Courier New"/>
                <a:ea typeface="Courier New"/>
              </a:rPr>
              <a:t>@Id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9E880D"/>
                </a:solidFill>
                <a:effectLst/>
                <a:uFillTx/>
                <a:latin typeface="Courier New"/>
                <a:ea typeface="Courier New"/>
              </a:rPr>
              <a:t>@GeneratedValue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Long getId() {...}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public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String getName() {...}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devient :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CREATE TABLE PERSON (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ID BIGINT AUTO_INCREMENT,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PRIMARY KEY (ID),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NAME VARCHAR(255));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Q6 · Le repository est un proxy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Problème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l'utilisateur écrit seulement une interface (PersonRepository). Personne n'écrit la classe qui l'implémente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Proxy dynamique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Java fabrique à l'exécution un objet qui implémente l'interface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InvocationHandler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chaque appel sur ce proxy arrive dans une seule méthode, avec la Method appelée et ses arguments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Aiguillage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on regarde le nom de la méthode pour savoir quoi faire ("findAll" → requête SELECT)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2"/>
          <p:cNvSpPr/>
          <p:nvPr/>
        </p:nvSpPr>
        <p:spPr>
          <a:xfrm>
            <a:off x="5669280" y="1051560"/>
            <a:ext cx="3017160" cy="1702800"/>
          </a:xfrm>
          <a:prstGeom prst="rect">
            <a:avLst/>
          </a:prstGeom>
          <a:solidFill>
            <a:srgbClr val="EEF7F8"/>
          </a:solidFill>
          <a:ln w="9525">
            <a:solidFill>
              <a:srgbClr val="B5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3"/>
          <p:cNvSpPr/>
          <p:nvPr/>
        </p:nvSpPr>
        <p:spPr>
          <a:xfrm>
            <a:off x="5779080" y="1161360"/>
            <a:ext cx="2834280" cy="15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(proxy, method, args) -&gt;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var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connection =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currentConnection();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return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switch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(method.getName())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case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0" u="none" strike="noStrike">
                <a:solidFill>
                  <a:srgbClr val="067D17"/>
                </a:solidFill>
                <a:effectLst/>
                <a:uFillTx/>
                <a:latin typeface="Courier New"/>
                <a:ea typeface="Courier New"/>
              </a:rPr>
              <a:t>"findAll"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-&gt; ...;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default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-&gt;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throw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new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IllegalStateException();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};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Q7 · Retrouver le type du bean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Problème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le proxy reçoit PersonRepository, mais il doit savoir qu'il travaille sur Person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Effacement des génériques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à l'exécution, un objet ne connaît plus ses types génériques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Exception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ce qui est écrit dans la déclaration d'une classe est conservé, comme « extends Repository&lt;Person, Long&gt; »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getGenericInterfaces()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donne cette déclaration sous forme de ParameterizedType, et getActualTypeArguments()[0] donne Person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Ensuite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le nom de la table et les propriétés se déduisent de Person, comme dans createTable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5669280" y="1051560"/>
            <a:ext cx="3017160" cy="1385280"/>
          </a:xfrm>
          <a:prstGeom prst="rect">
            <a:avLst/>
          </a:prstGeom>
          <a:solidFill>
            <a:srgbClr val="EEF7F8"/>
          </a:solidFill>
          <a:ln w="9525">
            <a:solidFill>
              <a:srgbClr val="B5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3"/>
          <p:cNvSpPr/>
          <p:nvPr/>
        </p:nvSpPr>
        <p:spPr>
          <a:xfrm>
            <a:off x="5779080" y="1161360"/>
            <a:ext cx="2834280" cy="12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interface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PersonRepository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extends Repository&lt;Person, Long&gt; {}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getGenericInterfaces()[0]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  → Repository&lt;Person, Long&gt;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getActualTypeArguments()[0]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  → Person.class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Q7 · Lire un ResultSet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Curseur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un ResultSet commence avant la première ligne. next() avance d'une ligne et renvoie false quand il n'y en a plus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toEntityClass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transforme la ligne courante en objet. Elle ne doit pas appeler next(), c'est l'appelant qui gère le curseur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Remplir le bean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on crée l'objet vide, puis pour chaque propriété on appelle le setter avec getObject(nomColonne)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findAll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boucle while (next()) et appelle toEntityClass une fois par ligne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PreparedStatement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la requête est donnée à la création, puis executeQuery() s'appelle sans argument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2"/>
          <p:cNvSpPr/>
          <p:nvPr/>
        </p:nvSpPr>
        <p:spPr>
          <a:xfrm>
            <a:off x="5669280" y="1051560"/>
            <a:ext cx="3017160" cy="1544040"/>
          </a:xfrm>
          <a:prstGeom prst="rect">
            <a:avLst/>
          </a:prstGeom>
          <a:solidFill>
            <a:srgbClr val="EEF7F8"/>
          </a:solidFill>
          <a:ln w="9525">
            <a:solidFill>
              <a:srgbClr val="B5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3"/>
          <p:cNvSpPr/>
          <p:nvPr/>
        </p:nvSpPr>
        <p:spPr>
          <a:xfrm>
            <a:off x="5779080" y="1161360"/>
            <a:ext cx="2834280" cy="13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try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var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st = connection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   .prepareStatement(sql);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var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rs = st.executeQuery())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while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(rs.next())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list.add(toEntityClass(rs,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      beanInfo, constructor));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Q7 · Faire remonter une SQLException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457200" y="1051560"/>
            <a:ext cx="50288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Exception checked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SQLException doit être déclarée avec throws, sinon elle ne peut pas sortir d'une méthode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Problème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Repository.findAll() ne déclare pas throws SQLException. Le proxy l'enveloppe alors dans une UndeclaredThrowableException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Solution, étape 1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dans le proxy, on l'enveloppe nous-mêmes dans UncheckedSQLException, qui est une RuntimeException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Étape 2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transaction attrape UncheckedSQLException, fait le rollback, puis relance la SQLException d'origine (getCause())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Résultat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l'appelant de transaction reçoit bien une SQLException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2"/>
          <p:cNvSpPr/>
          <p:nvPr/>
        </p:nvSpPr>
        <p:spPr>
          <a:xfrm>
            <a:off x="5669280" y="1051560"/>
            <a:ext cx="3017160" cy="1702800"/>
          </a:xfrm>
          <a:prstGeom prst="rect">
            <a:avLst/>
          </a:prstGeom>
          <a:solidFill>
            <a:srgbClr val="EEF7F8"/>
          </a:solidFill>
          <a:ln w="9525">
            <a:solidFill>
              <a:srgbClr val="B5DCE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3"/>
          <p:cNvSpPr/>
          <p:nvPr/>
        </p:nvSpPr>
        <p:spPr>
          <a:xfrm>
            <a:off x="5779080" y="1161360"/>
            <a:ext cx="2834280" cy="151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proxy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(SQLException e)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throw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new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UncheckedSQLException(e);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C8C8C"/>
                </a:solidFill>
                <a:effectLst/>
                <a:uFillTx/>
                <a:latin typeface="Courier New"/>
                <a:ea typeface="Courier New"/>
              </a:rPr>
              <a:t>// transaction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catch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(UncheckedSQLException e) {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connection.rollback();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 </a:t>
            </a:r>
            <a:r>
              <a:rPr lang="en-US" sz="1000" b="1" u="none" strike="noStrike">
                <a:solidFill>
                  <a:srgbClr val="0033B3"/>
                </a:solidFill>
                <a:effectLst/>
                <a:uFillTx/>
                <a:latin typeface="Courier New"/>
                <a:ea typeface="Courier New"/>
              </a:rPr>
              <a:t>throw</a:t>
            </a: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 e.getCause();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A1A"/>
                </a:solidFill>
                <a:effectLst/>
                <a:uFillTx/>
                <a:latin typeface="Courier New"/>
                <a:ea typeface="Courier New"/>
              </a:rPr>
              <a:t>}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0"/>
          <p:cNvSpPr/>
          <p:nvPr/>
        </p:nvSpPr>
        <p:spPr>
          <a:xfrm>
            <a:off x="457200" y="274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Récap · ce qui se passe lors de repository.findAll()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457200" y="1051560"/>
            <a:ext cx="8229240" cy="374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1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transaction ouvre une connexion, désactive l'autocommit et la range dans le ThreadLocal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2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l'appel findAll() sur l'interface arrive dans l'InvocationHandler du proxy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3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le proxy récupère la connexion avec currentConnection() et trouve le bean (Person) grâce aux génériques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4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il construit SELECT * FROM PERSON et l'exécute avec un PreparedStatement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5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chaque ligne du ResultSet devient un objet Person avec toEntityClass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0E7C86"/>
              </a:buClr>
              <a:buFont typeface="Symbol" charset="2"/>
              <a:buChar char=""/>
            </a:pPr>
            <a:r>
              <a:rPr lang="en-US" sz="1400" b="1" u="none" strike="noStrike">
                <a:solidFill>
                  <a:srgbClr val="0E7C86"/>
                </a:solidFill>
                <a:effectLst/>
                <a:uFillTx/>
                <a:latin typeface="Calibri"/>
              </a:rPr>
              <a:t>6</a:t>
            </a:r>
            <a:r>
              <a:rPr lang="en-US" sz="1400" b="0" u="none" strike="noStrike">
                <a:solidFill>
                  <a:srgbClr val="222222"/>
                </a:solidFill>
                <a:effectLst/>
                <a:uFillTx/>
                <a:latin typeface="Calibri"/>
              </a:rPr>
              <a:t> : à la fin, commit. En cas d'erreur SQL : rollback, et l'appelant reçoit la SQLException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2026-10-09T19:16:49Z</dcterms:created>
  <dc:creator>PptxGenJS</dc:creator>
  <dc:description/>
  <dc:language>fr-FR</dc:language>
  <cp:lastModifiedBy/>
  <dcterms:modified xsi:type="dcterms:W3CDTF">2026-10-09T21:21:03Z</dcterms:modified>
  <cp:revision>2</cp:revision>
  <dc:subject>PptxGenJS Presentation</dc:subject>
  <dc:title>La classe ORM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