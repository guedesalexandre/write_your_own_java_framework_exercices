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0B41A4-9C28-468D-A3E5-0725CF25E701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9AB15F-5B31-4D0C-910A-EA2D4433FE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7C207C-3365-4297-A60F-477C528A9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AA4C86-A220-45F0-993A-22E916DBB1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2121B-40CA-4BB1-A87D-A85B888793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ED6A1D-88C4-4E04-AF4A-6C4F8ED2B6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49726-71B7-452D-B817-F436083BD5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F3A2EB-054A-4313-8013-5E67AB56F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64592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La classe InterceptorRegistry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26060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Guedes Alexandre E4INFO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L'idée : ajouter du comportement sans toucher au code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But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ajouter du log, une mesure de temps ou un contrôle autour de méthodes existantes, sans modifier ces méthodes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Annotation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on marque les méthodes concernées (par exemple @Log), puis on enregistre dans le registry ce qu'il faut faire pour cette annotation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AroundAdvice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du code exécuté avant et après l'appel. Il ne peut pas empêcher l'appel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Interceptor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il reçoit la suite de l'appel (Invocation) et décide lui-même s'il l'exécute, et quand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Q5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un AroundAdvice n'est qu'un Interceptor qui fait before, proceed, puis after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5669280" y="1051560"/>
            <a:ext cx="3017160" cy="1226520"/>
          </a:xfrm>
          <a:prstGeom prst="rect">
            <a:avLst/>
          </a:prstGeom>
          <a:solidFill>
            <a:srgbClr val="F5F0FB"/>
          </a:solidFill>
          <a:ln w="9525">
            <a:solidFill>
              <a:srgbClr val="D3C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779080" y="1161360"/>
            <a:ext cx="283428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E880D"/>
                </a:solidFill>
                <a:effectLst/>
                <a:uFillTx/>
                <a:latin typeface="Courier New"/>
                <a:ea typeface="Courier New"/>
              </a:rPr>
              <a:t>@Retention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(RUNTIME)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E880D"/>
                </a:solidFill>
                <a:effectLst/>
                <a:uFillTx/>
                <a:latin typeface="Courier New"/>
                <a:ea typeface="Courier New"/>
              </a:rPr>
              <a:t>@interface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Log {}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Service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0" u="none" strike="noStrike">
                <a:solidFill>
                  <a:srgbClr val="9E880D"/>
                </a:solidFill>
                <a:effectLst/>
                <a:uFillTx/>
                <a:latin typeface="Courier New"/>
                <a:ea typeface="Courier New"/>
              </a:rPr>
              <a:t>@Log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String hello(String name);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Q2-Q3 · Stocker par annotation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Une map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à chaque classe d'annotation, on associe la liste de ses intercepteurs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computeIfAbsent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crée la liste au premier ajout pour cette annotation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Ordre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une ArrayList garde l'ordre d'ajout. Deux intercepteurs sur la même annotation sont appelés dans cet ordre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Q5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addAroundAdvice ne stocke plus l'advice. Il le transforme en Interceptor et appelle addInterceptor, il n'y a donc qu'un seul mécanisme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669280" y="1051560"/>
            <a:ext cx="3017160" cy="1702800"/>
          </a:xfrm>
          <a:prstGeom prst="rect">
            <a:avLst/>
          </a:prstGeom>
          <a:solidFill>
            <a:srgbClr val="F5F0FB"/>
          </a:solidFill>
          <a:ln w="9525">
            <a:solidFill>
              <a:srgbClr val="D3C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779080" y="1161360"/>
            <a:ext cx="2834280" cy="15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(instance, method, args, inv) -&gt;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advice.before(instance,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method, args);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res = inv.proceed(instance,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method, args);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advice.after(instance, method,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args, res);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res;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Q2 et Q7 · findInterceptors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Question posée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pour cette méthode, quels intercepteurs faut-il appeler ?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Où chercher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sur l'interface qui déclare la méthode, sur la méthode, et sur chacun de ses paramètres (Q7)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Paramètres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getParameterAnnotations() donne un tableau par paramètre, donc un tableau 2D qu'on aplatit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Clé de la map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annotation.annotationType(), pas getClass(). L'objet annotation est un proxy, sa classe n'est pas Log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Ordre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celui de déclaration des annotations, puis l'ordre d'ajout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669280" y="1051560"/>
            <a:ext cx="3017160" cy="1702800"/>
          </a:xfrm>
          <a:prstGeom prst="rect">
            <a:avLst/>
          </a:prstGeom>
          <a:solidFill>
            <a:srgbClr val="F5F0FB"/>
          </a:solidFill>
          <a:ln w="9525">
            <a:solidFill>
              <a:srgbClr val="D3C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779080" y="1161360"/>
            <a:ext cx="2834280" cy="15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annotations à regarder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method.getDeclaringClass()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.getAnnotations()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method.getAnnotations()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method.getParameterAnnotations()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pour chacune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map.getOrDefault(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a.annotationType(), List.of())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Q4 · getInvocation : une chaîne d'appels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Image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des poupées russes. Chaque intercepteur entoure le suivant, et le dernier entoure la vraie méthode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Invocation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représente « la suite ». Quand un intercepteur appelle proceed, il passe la main au suivant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Construction à l'envers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I1 doit connaître I2, qui doit déjà exister. On part donc de la fin (Utils::invokeMethod) et on remonte avec reversed()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Variable next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la lambda doit capturer une variable effectivement finale, d'où la copie dans next à chaque tour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5669280" y="1051560"/>
            <a:ext cx="3017160" cy="1544040"/>
          </a:xfrm>
          <a:prstGeom prst="rect">
            <a:avLst/>
          </a:prstGeom>
          <a:solidFill>
            <a:srgbClr val="F5F0FB"/>
          </a:solidFill>
          <a:ln w="9525">
            <a:solidFill>
              <a:srgbClr val="D3C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779080" y="1161360"/>
            <a:ext cx="28342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Invocation inv =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Utils::invokeMethod;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i : list.reversed())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next = inv;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inv = (o, m, args) -&gt;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i.intercept(o, m, args, next);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inv;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Q1 et Q6 · createProxy et le cache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Proxy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il implémente l'interface. Chaque appel passe par la chaîne d'intercepteurs, puis arrive sur delegate, le vrai objet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delegate et pas proxy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appeler la méthode sur le proxy repasserait par le proxy, ce qui donne une récursion infinie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Cache (Q6)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la chaîne d'une méthode est toujours la même, donc on la calcule une fois et on la garde dans une Map&lt;Method, Invocation&gt;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Invalidation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si on ajoute un intercepteur, les chaînes déjà calculées sont fausses. On vide le cache dans addInterceptor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5669280" y="1051560"/>
            <a:ext cx="3017160" cy="1226520"/>
          </a:xfrm>
          <a:prstGeom prst="rect">
            <a:avLst/>
          </a:prstGeom>
          <a:solidFill>
            <a:srgbClr val="F5F0FB"/>
          </a:solidFill>
          <a:ln w="9525">
            <a:solidFill>
              <a:srgbClr val="D3C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779080" y="1161360"/>
            <a:ext cx="283428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(proxy, method, args) -&gt;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cache.computeIfAbsent(method,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m -&gt; getInvocation(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       findInterceptors(m)))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.proceed(delegate,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       method, args)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Q1-Q7 · Le chemin d'un appel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1051560"/>
            <a:ext cx="82292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1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registry.addAroundAdvice(Log.class, advice) le transforme en intercepteur et le range sous la clé Log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2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registry.createProxy(Service.class, impl) fabrique un objet qui implémente Service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3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service.hello("Bob") arrive dans le handler du proxy avec la Method hello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4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le cache donne la chaîne, ou la construit avec findInterceptors puis getInvocation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5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la chaîne s'exécute : before, puis la vraie méthode hello sur delegate, puis after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6A3FA0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6A3FA0"/>
                </a:solidFill>
                <a:effectLst/>
                <a:uFillTx/>
                <a:latin typeface="Calibri"/>
              </a:rPr>
              <a:t>6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le résultat remonte la chaîne jusqu'à l'appelant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2026-10-09T19:16:49Z</dcterms:created>
  <dc:creator>PptxGenJS</dc:creator>
  <dc:description/>
  <dc:language>fr-FR</dc:language>
  <cp:lastModifiedBy/>
  <dcterms:modified xsi:type="dcterms:W3CDTF">2026-10-09T21:21:35Z</dcterms:modified>
  <cp:revision>2</cp:revision>
  <dc:subject>PptxGenJS Presentation</dc:subject>
  <dc:title>La classe InterceptorRegistry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